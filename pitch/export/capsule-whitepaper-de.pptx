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91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TECHNISCHES WHITEPAPER · 2026</a:t>
            </a:r>
            <a:endParaRPr lang="en-US" sz="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566928"/>
            <a:ext cx="5029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8992" y="5029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502920" y="12344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Strukturelle Quellcode-Kompression für LLM-Kontexteffizienz — Mesh Compression Engine.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1828800"/>
            <a:ext cx="1508760" cy="6400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02920" y="2011680"/>
            <a:ext cx="2727960" cy="804672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12648" y="2084832"/>
            <a:ext cx="249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612648" y="2432304"/>
            <a:ext cx="249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Ø Token-Reduktion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3276600" y="2011680"/>
            <a:ext cx="2727960" cy="804672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386328" y="2084832"/>
            <a:ext cx="249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3,9×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3386328" y="2432304"/>
            <a:ext cx="249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Kontextgewinn im 128k-Fenster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6050280" y="2011680"/>
            <a:ext cx="2727960" cy="804672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160008" y="2084832"/>
            <a:ext cx="249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$3,90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160008" y="2432304"/>
            <a:ext cx="249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$15,00/MTok · Claude Opus 4.6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0" y="48691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Compression Engine · Produktionspipeline ·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WHITEPAPER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7589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steigender Kontextauslastung fällt die LLM-Abrufgenauigkeit — messbar.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320040" y="13441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38988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NIAH — Needle In A Haystack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20040" y="162763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 et al., 2023, „Lost in the Middle". Eine Zielinformation wird an verschiedenen Positionen platziert; das Modell muss sie abrufen. Ergebnisse über GPT-4, Claude, Gemini: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2926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Kontextauslastung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Abrufgenauigkeit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60 %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~95–98 %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60–80 %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~75–85 %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80–95 %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~55–70 %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95 %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~40–60 %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3383280" y="2029968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Informationen in der Mitte des Kontexts werden weniger zuverlässig abgerufen als solche am Anfang oder Ende. Der Effekt verstärkt sich bei 100k+-Token-Kontexten.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320040" y="280720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Mesh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1463040" y="2788920"/>
            <a:ext cx="7040880" cy="164592"/>
          </a:xfrm>
          <a:prstGeom prst="rect">
            <a:avLst/>
          </a:prstGeom>
          <a:solidFill>
            <a:srgbClr val="FCE4E4"/>
          </a:solidFill>
          <a:ln w="9525">
            <a:solidFill>
              <a:srgbClr val="FCE4E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463040" y="2788920"/>
            <a:ext cx="7040880" cy="164592"/>
          </a:xfrm>
          <a:prstGeom prst="rect">
            <a:avLst/>
          </a:prstGeom>
          <a:solidFill>
            <a:srgbClr val="FCE4E4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508760" y="2798064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Dateien — 100 % ausgelastet</a:t>
            </a:r>
            <a:endParaRPr lang="en-US" sz="700" dirty="0"/>
          </a:p>
        </p:txBody>
      </p:sp>
      <p:sp>
        <p:nvSpPr>
          <p:cNvPr id="18" name="Text 13"/>
          <p:cNvSpPr/>
          <p:nvPr/>
        </p:nvSpPr>
        <p:spPr>
          <a:xfrm>
            <a:off x="320040" y="306324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Capsule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1463040" y="3044952"/>
            <a:ext cx="7040880" cy="164592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3040" y="3044952"/>
            <a:ext cx="1830629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3054096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~78 Dateien — 26 % ausgelastet</a:t>
            </a:r>
            <a:endParaRPr lang="en-US" sz="700" dirty="0"/>
          </a:p>
        </p:txBody>
      </p:sp>
      <p:sp>
        <p:nvSpPr>
          <p:cNvPr id="22" name="Shape 16"/>
          <p:cNvSpPr/>
          <p:nvPr/>
        </p:nvSpPr>
        <p:spPr>
          <a:xfrm>
            <a:off x="320040" y="338328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20040" y="34290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SWE-bench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320040" y="3611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Spitzenmodelle (Claude Opus 4.6, GPT-4o, Gemini 3.1 Pro) lösen ~40–55 % echter GitHub-Issues. Führende Fehlerursache: unzureichender Codebase-Kontext. Embedding-Retrieval wählt Dateien aus — es reduziert nicht, was jede Datei kostet.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Technisches Whitepaper 2026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WHITEPAPER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MECHANISMUS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758952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Strukturelle Kompression mit selektiver Wiederherstellung — keine Zusammenfassung.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2801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Pipeline-Stufen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08760"/>
          <a:ext cx="85039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011680"/>
                <a:gridCol w="5074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Stufe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— Parse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Sprachbewusste AST-Extraktion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Deklarationen, Signaturen, Typ-Annotationen, Doc-Comments, Control-Flow-Marker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— Komprimieren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Implementierungsbody-Reduktion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Bodies durch strukturelle Stubs ersetzt; nicht-strukturelle Tokens minimiert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— Enkodieren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Deskriptor-Assembly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Kompakter Klartext-Deskriptor mit vollständigem semantischen Skelett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— Recovery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On-demand Body-Restaurierung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Vollständiger Implementierungsbody inline injiziert, wenn Modell ihn anfordert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320040" y="274320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0040" y="27889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erhalten bleibt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20040" y="2999232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Export- und Deklarationsnamen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Funktions- und Methodensignaturen (Parameter, Rückgabetypen)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Typ-Definitionen, Interfaces, Typ-Aliase, Klassenhierarchie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Doc-Comment-Inhalt — der semantische Vertrag der Funktion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Control-Flow-Marker (try/catch, Schleifen, async/await)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Modul-Imports und Abhängigkeitsreferenzen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20040" y="274320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20040" y="27889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Aktivierungsschwelle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26280" y="299923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Dateien unter ~200 Tokens: Pass-through (Format-Overhead &gt; Einsparung). In Produktions-Codebasen liegen ~95 % der Dateien im Kompressionsbereich. Kein materieller Effekt auf Gesamt-Reduktion.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526280" y="37307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Deterministisch · Verlustfrei auf struktureller Ebene · Nicht-destruktiv · On-demand reversibel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Technisches Whitepaper 2026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WHITEPAPER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BENCHMARK-ERGEBNISSE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75895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Produktionspipeline · 5 Dateitypen · 6 Größenkategorien · 50 Dateien pro Kategorie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20040" y="11430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TypeScript, YAML, SQL, HTML, Markdown — reale Zahlen aus der laufenden Capsule-Pipeline.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20040" y="1463040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KB (klein)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1463040" y="1517904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3040" y="1517904"/>
            <a:ext cx="5312664" cy="1554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6992" y="1463040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−83%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320040" y="1764792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KB (mittel)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1463040" y="1819656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3040" y="1819656"/>
            <a:ext cx="6080760" cy="1554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6992" y="176479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−95%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320040" y="2066544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 KB (groß)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1463040" y="2121408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63040" y="2121408"/>
            <a:ext cx="6304788" cy="1554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36992" y="2066544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−98,5%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320040" y="2368296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KB (XL)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1463040" y="2423160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63040" y="2423160"/>
            <a:ext cx="6362395" cy="1554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936992" y="2368296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−99,4%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320040" y="2670048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 KB (XXL)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1463040" y="2724912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63040" y="2724912"/>
            <a:ext cx="6394399" cy="15544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936992" y="2670048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−99,9%</a:t>
            </a:r>
            <a:endParaRPr lang="en-US" sz="850" dirty="0"/>
          </a:p>
        </p:txBody>
      </p:sp>
      <p:sp>
        <p:nvSpPr>
          <p:cNvPr id="30" name="Shape 21"/>
          <p:cNvSpPr/>
          <p:nvPr/>
        </p:nvSpPr>
        <p:spPr>
          <a:xfrm>
            <a:off x="320040" y="2935224"/>
            <a:ext cx="8503920" cy="0"/>
          </a:xfrm>
          <a:prstGeom prst="line">
            <a:avLst/>
          </a:prstGeom>
          <a:noFill/>
          <a:ln w="9525">
            <a:solidFill>
              <a:srgbClr val="CDD3E3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320040" y="2971800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Durchschnitt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1463040" y="3026664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63040" y="3026664"/>
            <a:ext cx="4736592" cy="15544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936992" y="2971800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−74% → 3,9×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320040" y="3730752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320040" y="3776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die Kompressionsrate mit Dateigröße steigt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320040" y="39776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Implementierungsbodies skalieren mit der Dateigröße; strukturelle Skelette nicht. Eine 100-KB-Datei hat ungefähr dieselbe Skelettgröße wie eine 5-KB-Datei — die Extra-95 KB sind fast ausschließlich Implementierungsbodies.</a:t>
            </a:r>
            <a:endParaRPr lang="en-US" sz="850" dirty="0"/>
          </a:p>
        </p:txBody>
      </p:sp>
      <p:sp>
        <p:nvSpPr>
          <p:cNvPr id="38" name="Shape 28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Technisches Whitepaper 2026</a:t>
            </a:r>
            <a:endParaRPr lang="en-US" sz="700" dirty="0"/>
          </a:p>
        </p:txBody>
      </p:sp>
      <p:sp>
        <p:nvSpPr>
          <p:cNvPr id="40" name="Text 30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41" name="Text 31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WHITEPAPER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KOSTENANALYSE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758952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74 % Kostenreduktion pro Query — gleiche Dateien, gleiches Modell, gleiche Qualität.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2801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 pro Query (Claude Opus 4.6 — $15,00/MTok Input)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08760"/>
          <a:ext cx="85039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828800"/>
                <a:gridCol w="25603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Input-Typ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Gesendete Tokens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 pro Query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Roher Code (100 mittlere Dateien)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Capsule-komprimiert (dieselben 100 Dateien)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~260.000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$3,90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320040" y="212140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0040" y="216712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Skalierungsprojektion (10.000 Nutzer · 50 Queries/Tag · 50k Ø Kontext-Tokens)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77440"/>
          <a:ext cx="85039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30175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Metrik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Capsule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Tokens gesamt/Tag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25.000.000.000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~6.500.000.000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API-Kosten/Tag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~$97.500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Monatliche API-Kosten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$11.250.000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~$2.925.000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Monatliche Einsparung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$8.325.000 (−74 %)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320040" y="3840480"/>
            <a:ext cx="8503920" cy="411480"/>
          </a:xfrm>
          <a:prstGeom prst="rect">
            <a:avLst/>
          </a:prstGeom>
          <a:solidFill>
            <a:srgbClr val="E8F0FE"/>
          </a:solidFill>
          <a:ln w="9525">
            <a:solidFill>
              <a:srgbClr val="E8F0FE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320040" y="3840480"/>
            <a:ext cx="41148" cy="411480"/>
          </a:xfrm>
          <a:prstGeom prst="rect">
            <a:avLst/>
          </a:prstGeom>
          <a:solidFill>
            <a:srgbClr val="005FB8"/>
          </a:solidFill>
          <a:ln w="12700">
            <a:solidFill>
              <a:srgbClr val="005FB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20624" y="3886200"/>
            <a:ext cx="8366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Kostenkurve ist mit Capsule flach — weitere Dateien zum Kontext hinzuzufügen kostet nahezu null Marginal-Tokens, sobald sie im Kompressionsbereich liegen.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Technisches Whitepaper 2026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WHITEPAPER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ARCHITEKTUR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758952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wählt Dateien. Kompression reduziert, was jede Datei kostet. Beides wirkt.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2801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und Kompression — nicht gegenseitig ausschließend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81328"/>
          <a:ext cx="8503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34747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Eigenschaft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Embedding-Retrieval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Capsule-Kompression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 das Modell erreicht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Roher Dateiinhalt (volle Token-Kosten)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Komprimierter Deskriptor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Token-Kosten skalieren mit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Dateianzahl × Dateigröße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Nahezu konstant (Skelettgröße)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Kontextabdeckung (128k)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 mittlere Dateien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~78 mittlere Dateien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Codebase-Größen-Sensitivität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Niedrig — Rate steigt mit Größe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Additiv mit Retrieval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Operiert nach dem Retrieval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320040" y="285292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0040" y="289864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Dateityp-Unterstützung (v1)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90672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6751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Sprache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Bewahrte strukturelle Elemente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TypeScript / JavaScript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Exports, Klassen-Deklarationen, Funktionssignaturen, Typ-Definitionen, Interfaces, Generics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Module-level-Deklarationen, Klassen-/Funktionssignaturen, Type Hints, Docstrings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/ JSON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Top-Level-Keys, Schema-Struktur (Werte auf Typ-Marker komprimiert)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Tabellen-/View-/Funktionsdefinitionen, Spaltennamen und -typen, Index-Definitionen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 / JSX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Komponentenbaumstruktur, Prop-Signaturen, Slot-Struktur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Markdown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Überschriftenhierarchie, Code-Block-Präsenz, Link-Struktur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Go, Rust, Java, C#, Ruby, PHP geplant für Capsule v2.  ·  Modell-agnostisch: Claude, Gemini, GPT-4o, o1, o3, o4-mini — kein Fine-Tuning, kein Re-Indexing.</a:t>
            </a:r>
            <a:endParaRPr lang="en-US" sz="750" dirty="0"/>
          </a:p>
        </p:txBody>
      </p:sp>
      <p:sp>
        <p:nvSpPr>
          <p:cNvPr id="16" name="Shape 10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Technisches Whitepaper 2026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2026-04-15T18:33:50Z</dcterms:created>
  <dcterms:modified xsi:type="dcterms:W3CDTF">2026-04-15T18:33:50Z</dcterms:modified>
</cp:coreProperties>
</file>