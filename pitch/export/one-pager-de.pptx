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KI-native Entwicklungsumgebung für sprachgesteuertes Coding und Workspace-Intelligenz.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0040" y="1298448"/>
            <a:ext cx="2743200" cy="86868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9768" y="138988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29768" y="1901952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 Token-Reduktion durch Capsule-Kompression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3154680" y="1298448"/>
            <a:ext cx="2743200" cy="86868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64408" y="138988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3,9×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264408" y="1901952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Codebasis pro Kontextfenster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989320" y="1298448"/>
            <a:ext cx="2834640" cy="86868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99048" y="138988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€500k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099048" y="190195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· 18 Monate Runway bis PMF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320040" y="2267712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23134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Lösung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20040" y="2505456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KI-Coding-Tools stoßen an eine Wand: Kontextfenster sind begrenzt, echte Codebasen nicht. Teams zahlen für Tokens, nicht für Ergebnisse. Mesh basiert auf Capsule — einer strukturellen Kompressionspipeline, die Token-Verbrauch um durchschnittlich 74 % senkt. Das einzige Tool, das Kontext, Kosten und Workflow gleichzeitig löst.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20040" y="3054096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0040" y="309981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91840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6352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Oberfläche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sie leistet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Monaco + KI-Chat + Live-Dependency-Graph + Workspace-Intelligenz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Eigenständiger Workspace, kein Randpanel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Voice-Coding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Sprachgesteuerter Agent — sag, was gebaut werden soll, sieh es entstehen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19"/>
          <p:cNvSpPr/>
          <p:nvPr/>
        </p:nvSpPr>
        <p:spPr>
          <a:xfrm>
            <a:off x="320040" y="411480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20040" y="41605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Wettbewerb &amp; Alleinstellungsmerkmal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20040" y="433425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+ Copilot, Cursor, Antigravity setzen alle auf Embedding-Retrieval und senden rohe Tokens. Capsule komprimiert, bevor das Modell etwas sieht — Kosten bleiben konstant. Alleinstellungsmerkmal: Voice-Coding-Agent + strukturelle Kompression + vollständige Web-App. Diese Kombination hat kein Konkurrent.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One-Pager 2026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2026-04-15T18:33:50Z</dcterms:created>
  <dcterms:modified xsi:type="dcterms:W3CDTF">2026-04-15T18:33:50Z</dcterms:modified>
</cp:coreProperties>
</file>