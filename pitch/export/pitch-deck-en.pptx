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91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2026</a:t>
            </a:r>
            <a:endParaRPr lang="en-US" sz="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56692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8992" y="502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02920" y="12344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coding environment — web app &amp; desktop.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Voice-driven. Compression-first.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874520"/>
            <a:ext cx="1508760" cy="640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Baumann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0292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WU Wien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251460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 Horn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514600" y="22494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WHU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0292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264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1264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token reduction (Capsule)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27660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38632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3.9×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38632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codebase per context window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050280" y="2670048"/>
            <a:ext cx="2727960" cy="9144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60008" y="276148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€500k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160008" y="3127248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ask · 18mo runway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0" y="4841748"/>
            <a:ext cx="914400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48874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7498080" y="48874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tools are hitting a wall — and it's called context.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20040" y="1481328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assistants hallucinate because they only see a fraction of the codebase at once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costs explode as teams load more code — paying for tokens, not for answers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files are the worst offenders — a single 50 KB module fills most of a 128k window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is completely untapped — developers still type every command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20040" y="1481328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assistants hallucinate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they only see a fraction of the codebase at once
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costs explode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teams load more code — paying for tokens, not for answers
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files are the worst offenders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50 KB module fills most of a 128k window
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is completely untapped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developers still type every command, even when speaking is faster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0040" y="2926080"/>
            <a:ext cx="8503920" cy="502920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0040" y="2926080"/>
            <a:ext cx="41148" cy="502920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0624" y="2971800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raw code to an LLM is like faxing a dictionary to answer one question. 99% noise. 1% signal. You pay for both.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environment. Full context. Voice + AI.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combines three capabilities no other tool has together — as a web app and desktop app.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" y="1664208"/>
            <a:ext cx="2697480" cy="118872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" y="175564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29768" y="2084832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Compression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29768" y="2267712"/>
            <a:ext cx="2478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3.9× more codebase per context window · 75% lower API costs · better accuracy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108960" y="1664208"/>
            <a:ext cx="2697480" cy="118872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18688" y="175564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218688" y="2084832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Workbench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218688" y="2267712"/>
            <a:ext cx="2478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+ Terminal + AI chat + Dependency Graph — one surface, zero context switching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897880" y="1664208"/>
            <a:ext cx="2926080" cy="118872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07608" y="1755648"/>
            <a:ext cx="2706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007608" y="2084832"/>
            <a:ext cx="2706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Voice-Driven Agent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007608" y="2267712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your intent. Mesh reads compressed codebase context, generates changes, explains them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0040" y="2999232"/>
            <a:ext cx="8503920" cy="438912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2999232"/>
            <a:ext cx="41148" cy="438912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0624" y="3044952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tool that solves context, cost, and workflow at the same time.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ENGINE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that makes everything else possible.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44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context quality matters — independent benchmarks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NIAH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18562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degrade at &gt;60–70% context utilization ("Lost in the Middle" — Liu et al. 2023). Retrieval accuracy drops 20–40% at 100k+ tokens. Capsule keeps utilization low regardless of codebase size.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20040" y="23500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Mesh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463040" y="23317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463040" y="23317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508760" y="2340864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medium files  — 100% utilized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20040" y="26060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Capsule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1463040" y="2587752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2587752"/>
            <a:ext cx="1830629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2596896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medium files  — 26% utilized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20040" y="28712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SWE-bench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20040" y="306324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agents solve ~40–55% of real GitHub issues. The leading failure mode: insufficient codebase context. More files in context = fewer failures from missing information.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BENCHMARKS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INTERNAL BENCHMARKS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production numbers. 5 file types · 6 size tiers.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20040" y="1298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1463040" y="129844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reduction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138160" y="12984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20040" y="148132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151790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KB (small)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463040" y="157276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1572768"/>
            <a:ext cx="5312664" cy="155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36992" y="151790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20040" y="181965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KB (medium)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1463040" y="1874520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1874520"/>
            <a:ext cx="6080760" cy="155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36992" y="18196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−95%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20040" y="212140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KB (large)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463040" y="2176272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040" y="2176272"/>
            <a:ext cx="6304788" cy="1554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36992" y="212140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−98.5%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320040" y="242316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KB (XL)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1463040" y="247802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63040" y="2478024"/>
            <a:ext cx="6362395" cy="1554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36992" y="242316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−99.4%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320040" y="272491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KB (XXL)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1463040" y="2779776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3040" y="2779776"/>
            <a:ext cx="6394399" cy="1554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936992" y="272491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−99.9%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320040" y="2990088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20040" y="302666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463040" y="308152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63040" y="3081528"/>
            <a:ext cx="4736592" cy="1554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936992" y="302666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−74% → 3.9×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40" name="Text 30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way developers actually think.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surfaces, one flow. Web app + desktop — no install required for the web version.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72768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635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Monaco-based editor with AI chat, file explorer, live dependency graph, and workspace intelligence sidebar. The AI knows your entire codebase before you ask — compressed, indexed, always current.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workspace — not a bottom panel but a full surface. Runs alongside the editor without losing context.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Voice-Coding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Speech-driven agent. Say "refactor the auth middleware to use JWT" — Mesh reads the files via Capsule, generates the change, explains it.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320040" y="29443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20040" y="29900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20040" y="318211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compression</a:t>
            </a:r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74% fewer tokens, same intelligence, 75% lower API cost
</a:t>
            </a:r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dependency graph</a:t>
            </a:r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updates in real time as code changes
</a:t>
            </a:r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</a:t>
            </a:r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Claude, Gemini, GPT — no provider lock-in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developer is a potential user.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20040" y="1207008"/>
            <a:ext cx="274320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9768" y="12984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$28B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9768" y="162763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29768" y="181051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developer tools market (2024, 12% CAGR)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154680" y="1207008"/>
            <a:ext cx="274320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64408" y="12984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$4.2B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264408" y="162763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264408" y="181051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AI-enhanced IDE / coding assistant segment (2025)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989320" y="1207008"/>
            <a:ext cx="283464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99048" y="12984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099048" y="162763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(3yr)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099048" y="1810512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 devs + small teams, Europe + North America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320040" y="234086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23865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0040" y="2578608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crossed the threshold where voice-to-code is genuinely usable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proved developers pay for AI-native editors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~$400M ARR in 2 years at $20/month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costs are a real budget line item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compression has measurable ROI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tech pressure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enterprises track and report AI energy spend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an extension. We're the environment.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554480"/>
                <a:gridCol w="118872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 + Copilot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Antigravity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Voice-driven coding agent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STT only ²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token compression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Whole-codebase AI context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app (no install)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³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AI-native architecture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(retro)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Multi-model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A7C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320040" y="33649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Embedding retrieval — finds relevant files, sends them raw  ² Cursor has STT dictation into chat box — not a voice coding agent  ³ VS Code for the Web has no terminal or debugger</a:t>
            </a:r>
            <a:endParaRPr lang="en-US" sz="700" dirty="0"/>
          </a:p>
        </p:txBody>
      </p:sp>
      <p:sp>
        <p:nvSpPr>
          <p:cNvPr id="11" name="Shape 6"/>
          <p:cNvSpPr/>
          <p:nvPr/>
        </p:nvSpPr>
        <p:spPr>
          <a:xfrm>
            <a:off x="320040" y="3675888"/>
            <a:ext cx="8503920" cy="438912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20040" y="3675888"/>
            <a:ext cx="41148" cy="438912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20624" y="3721608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retrieve code with embeddings and send it raw — cost scales with codebase size. Capsule compresses before the model sees it — cost stays flat.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→ Pro → Teams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9768" y="1371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29768" y="15544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9768" y="195681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29768" y="219456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Full editor + terminal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29768" y="243230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AI chat (limited req/mo)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29768" y="267004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Basic workspace indexing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E8F0FE"/>
          </a:solidFill>
          <a:ln w="9525">
            <a:solidFill>
              <a:srgbClr val="005F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10128" y="1371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— most popular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310128" y="15544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€19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310128" y="195681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310128" y="219456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Unlimited AI requests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310128" y="243230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Full Capsule compression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310128" y="267004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Voice-coding agent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310128" y="2907792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Priority model access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90488" y="1371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190488" y="15544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190488" y="195681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seat / month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190488" y="219456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Everything in Pro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190488" y="243230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Shared workspace intelligence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190488" y="267004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Team codebase context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190488" y="2907792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Admin controls + analytics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20040" y="3749040"/>
            <a:ext cx="8503920" cy="438912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20040" y="3749040"/>
            <a:ext cx="41148" cy="438912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0624" y="3794760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charges $20/month and crossed $400M ARR. Mesh saves time and API costs — a double value proposition.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TEAM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stage — real foundation.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20040" y="126187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complete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Editor, Terminal, and Voice-Coding surfaces are fully functional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 pipeline live and benchmarked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74% average token reduction across all file types
</a:t>
            </a:r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built for scale</a:t>
            </a:r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gateway/worker split, multi-provider AI, horizontal scaling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" y="2084832"/>
            <a:ext cx="8503920" cy="685800"/>
          </a:xfrm>
          <a:prstGeom prst="rect">
            <a:avLst/>
          </a:prstGeom>
          <a:solidFill>
            <a:srgbClr val="F8F9FC"/>
          </a:solidFill>
          <a:ln w="9525">
            <a:solidFill>
              <a:srgbClr val="CDD3E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21579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100 beta users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25786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retention, voice engagement, and real-world token savings to validate the core thesis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20040" y="288950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93522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3127248"/>
            <a:ext cx="420624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9768" y="3200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Baumann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29768" y="34198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WU Wien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29768" y="3593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Mesh end-to-end — architecture, compression pipeline, voice agent, and frontend.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663440" y="3127248"/>
            <a:ext cx="420624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73168" y="3200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 Horn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73168" y="34198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WHU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773168" y="3593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entrepreneurial instinct — business strategy, GTM, and growth.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THE ASK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5 years, sending raw code to an AI will seem as wasteful as printing emails.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635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months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paying Pro users · Capsule as the industry reference benchmark · first team accounts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months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 users · Series A · open Capsule SDK for third-party integrations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years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default environment for developers who think faster than they type — plus a compression infrastructure layer powering other AI tools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320040" y="254203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20040" y="2688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€500,000 · 18-month runway to PMF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20040" y="3163824"/>
            <a:ext cx="4677156" cy="274320"/>
          </a:xfrm>
          <a:prstGeom prst="rect">
            <a:avLst/>
          </a:prstGeom>
          <a:solidFill>
            <a:srgbClr val="005FB8"/>
          </a:solidFill>
          <a:ln w="9525">
            <a:solidFill>
              <a:srgbClr val="005FB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3163824"/>
            <a:ext cx="4677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997196" y="3163824"/>
            <a:ext cx="2125980" cy="274320"/>
          </a:xfrm>
          <a:prstGeom prst="rect">
            <a:avLst/>
          </a:prstGeom>
          <a:solidFill>
            <a:srgbClr val="1A73E8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997196" y="3163824"/>
            <a:ext cx="21259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7123176" y="3163824"/>
            <a:ext cx="1275588" cy="274320"/>
          </a:xfrm>
          <a:prstGeom prst="rect">
            <a:avLst/>
          </a:prstGeom>
          <a:solidFill>
            <a:srgbClr val="4A90D9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23176" y="3163824"/>
            <a:ext cx="12755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8398764" y="3163824"/>
            <a:ext cx="425196" cy="274320"/>
          </a:xfrm>
          <a:prstGeom prst="rect">
            <a:avLst/>
          </a:prstGeom>
          <a:solidFill>
            <a:srgbClr val="7DB3E8"/>
          </a:solidFill>
          <a:ln w="9525">
            <a:solidFill>
              <a:srgbClr val="7DB3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398764" y="3163824"/>
            <a:ext cx="425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320040" y="3520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Engineering</a:t>
            </a:r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senior engineers, voice pipeline + Capsule v2   </a:t>
            </a:r>
            <a:pPr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Growth</a:t>
            </a:r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developer marketing, OSS   </a:t>
            </a:r>
            <a:pPr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Infrastructure</a:t>
            </a:r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inference at scale   </a:t>
            </a:r>
            <a:pPr indent="0" marL="0">
              <a:buNone/>
            </a:pPr>
            <a:r>
              <a:rPr lang="en-US" sz="800" b="1" dirty="0">
                <a:solidFill>
                  <a:srgbClr val="7D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Operations</a:t>
            </a:r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legal, tools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20040" y="39776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 · Demo available on request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Pitch Deck 2026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