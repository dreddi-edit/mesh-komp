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91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TECHNISCHES BRIEFING · 2026</a:t>
            </a:r>
            <a:endParaRPr lang="en-US" sz="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566928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8992" y="5029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502920" y="12344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Strukturelle Quellcode-Kompression für LLM-Kontexteffizienz.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1874520"/>
            <a:ext cx="1508760" cy="640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" y="20299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Baumann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502920" y="22494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WU Wien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2514600" y="20299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 Horn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514600" y="22494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WHU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50292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1264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1264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 Token-Reduktion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27660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38632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3,9×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338632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Kontextgewinn im 128k-Fenster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05028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16000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$3,90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16000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$15,00/MTok · Claude Opus 4.6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0" y="4841748"/>
            <a:ext cx="914400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0040" y="48874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7498080" y="48874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KONTEXTDEGRADIERUNG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Kontext bedeutet nicht immer bessere Antworten.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20040" y="1335024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3807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NIAH — Needle In A Haystack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0040" y="157276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 arbeiten zuverlässig bis ~60–70 % Kontextauslastung. Darüber sinkt die Abrufgenauigkeit um 20–40 %, abhängig von der Position der gesuchten Information (Liu et al. 2023, „Lost in the Middle"). Der Effekt verstärkt sich bei Kontexten über 100k Tokens.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21214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Mesh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463040" y="21031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FCE4E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463040" y="21031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508760" y="2112264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Dateien — 100 % ausgelastet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320040" y="23774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Capsule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1463040" y="2359152"/>
            <a:ext cx="7040880" cy="164592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2359152"/>
            <a:ext cx="1830629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2368296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 Dateien — 26 % ausgelastet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320040" y="260604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20040" y="26517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20040" y="284378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Spitzenmodelle lösen ~40–55 % echter GitHub-Issues. Häufigster Ausfallgrund: zu wenig Codebase-Kontext. Der Standardansatz — Embedding-Retrieval — wählt relevante Dateien aus und schickt sie roh. Token-Kosten skalieren mit der Codebase-Größe. Je größer die Codebase, desto weniger passt pro Fenster.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0040" y="3438144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20040" y="348386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Capsule das löst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20040" y="367588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 komprimiert Quelldateien strukturell, bevor sie ein LLM erreichen. Die Originaldatei ist jederzeit wiederherstellbar. Aktivierung ist automatisch — Dateien unter ~200 Tokens werden unverändert durchgeleitet.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Technisches Briefing 2026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BENCHMARK-ERGEBNISSE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Produktionspipeline · 5 Dateitypen · 6 Größenkategorien.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20040" y="1298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Dateigröße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1463040" y="129844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Token-Reduktion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8138160" y="129844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Einsparung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320040" y="1481328"/>
            <a:ext cx="8503920" cy="0"/>
          </a:xfrm>
          <a:prstGeom prst="line">
            <a:avLst/>
          </a:prstGeom>
          <a:noFill/>
          <a:ln w="9525">
            <a:solidFill>
              <a:srgbClr val="CDD3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151790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KB (klein)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463040" y="1572768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1572768"/>
            <a:ext cx="5312664" cy="1554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36992" y="151790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−83%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20040" y="1819656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KB (mittel)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1463040" y="1874520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3040" y="1874520"/>
            <a:ext cx="6080760" cy="1554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36992" y="1819656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−95%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320040" y="2121408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 KB (groß)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1463040" y="2176272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3040" y="2176272"/>
            <a:ext cx="6304788" cy="1554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36992" y="212140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−98,5%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320040" y="2423160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KB (XL)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1463040" y="2478024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63040" y="2478024"/>
            <a:ext cx="6362395" cy="1554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36992" y="242316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−99,4%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320040" y="2724912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KB (XXL)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1463040" y="2779776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3040" y="2779776"/>
            <a:ext cx="6394399" cy="1554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936992" y="272491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−99,9%</a:t>
            </a:r>
            <a:endParaRPr lang="en-US" sz="850" dirty="0"/>
          </a:p>
        </p:txBody>
      </p:sp>
      <p:sp>
        <p:nvSpPr>
          <p:cNvPr id="33" name="Shape 24"/>
          <p:cNvSpPr/>
          <p:nvPr/>
        </p:nvSpPr>
        <p:spPr>
          <a:xfrm>
            <a:off x="320040" y="2990088"/>
            <a:ext cx="8503920" cy="0"/>
          </a:xfrm>
          <a:prstGeom prst="line">
            <a:avLst/>
          </a:prstGeom>
          <a:noFill/>
          <a:ln w="9525">
            <a:solidFill>
              <a:srgbClr val="CDD3E3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320040" y="302666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Durchschnitt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1463040" y="3081528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63040" y="3081528"/>
            <a:ext cx="4736592" cy="15544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936992" y="302666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−74% → 3,9×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320040" y="3273552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320040" y="33192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Kontextfenster-Wirkung (128k)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320040" y="35295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Mesh</a:t>
            </a:r>
            <a:endParaRPr lang="en-US" sz="800" dirty="0"/>
          </a:p>
        </p:txBody>
      </p:sp>
      <p:sp>
        <p:nvSpPr>
          <p:cNvPr id="41" name="Shape 31"/>
          <p:cNvSpPr/>
          <p:nvPr/>
        </p:nvSpPr>
        <p:spPr>
          <a:xfrm>
            <a:off x="1463040" y="3511296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FCE4E4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1463040" y="3511296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1508760" y="3520440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Dateien — 100 % ausgelastet</a:t>
            </a:r>
            <a:endParaRPr lang="en-US" sz="700" dirty="0"/>
          </a:p>
        </p:txBody>
      </p:sp>
      <p:sp>
        <p:nvSpPr>
          <p:cNvPr id="44" name="Text 34"/>
          <p:cNvSpPr/>
          <p:nvPr/>
        </p:nvSpPr>
        <p:spPr>
          <a:xfrm>
            <a:off x="320040" y="378561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Capsule</a:t>
            </a:r>
            <a:endParaRPr lang="en-US" sz="800" dirty="0"/>
          </a:p>
        </p:txBody>
      </p:sp>
      <p:sp>
        <p:nvSpPr>
          <p:cNvPr id="45" name="Shape 35"/>
          <p:cNvSpPr/>
          <p:nvPr/>
        </p:nvSpPr>
        <p:spPr>
          <a:xfrm>
            <a:off x="1463040" y="3767328"/>
            <a:ext cx="7040880" cy="164592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63040" y="3767328"/>
            <a:ext cx="1830629" cy="16459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508760" y="3776472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 Dateien — 26 % ausgelastet</a:t>
            </a:r>
            <a:endParaRPr lang="en-US" sz="700" dirty="0"/>
          </a:p>
        </p:txBody>
      </p:sp>
      <p:sp>
        <p:nvSpPr>
          <p:cNvPr id="48" name="Shape 37"/>
          <p:cNvSpPr/>
          <p:nvPr/>
        </p:nvSpPr>
        <p:spPr>
          <a:xfrm>
            <a:off x="320040" y="4005072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320040" y="40507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Kostenanalyse (Claude Opus 4.6 — $15,00/MTok)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224528"/>
          <a:ext cx="8503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280160"/>
                <a:gridCol w="33375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Szenario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Gesendete Tokens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API-Kosten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Abgedeckte Dateien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Roher Code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 mittlere Dateien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 Capsule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Dieselben 100 Dateien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51" name="Shape 39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52" name="Text 40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Technisches Briefing 2026</a:t>
            </a:r>
            <a:endParaRPr lang="en-US" sz="700" dirty="0"/>
          </a:p>
        </p:txBody>
      </p:sp>
      <p:sp>
        <p:nvSpPr>
          <p:cNvPr id="53" name="Text 41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54" name="Text 42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ARCHITEKTURVERGLEICH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VS. KOMPRESSION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grundlegender Architekturunterschied.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3246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Eigenschaft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Embedding-Retrieval (Branchenstandard)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Capsule-Kompression (Mesh)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das Modell sieht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Roher Dateiinhalt zum vollen Token-Preis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Komprimierter struktureller Deskriptor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Token-Kosten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Skalieren mit Dateianzahl × Dateigröße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Konstant niedrig, unabhängig von Dateigröße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Kontextfenster-Abdeckung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Begrenzt auf rohen Fit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3,9× mehr Dateien pro Fenster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Codebase-Größen-Sensitivität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 — Abdeckung sinkt mit Wachstum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Niedrig — Ratio verbessert sich bei größeren Dateien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Gegenseitig ausschließend?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Nein — Capsule ist additiv zu jeder Retrieval-Strategie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320040" y="3090672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0040" y="31363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Modell-Kompatibilität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20040" y="332841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Capsule-Output ist Klartext, lesbar von jedem Transformer-LLM. Unterstützt: Claude Opus 4.6 / Sonnet · Gemini 3.1 Pro / Flash · GPT-4o / o1 / o3. Provider-Wechsel ist zur Laufzeit konfigurierbar — kein Re-Indexing nötig.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20040" y="3785616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20040" y="383133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Dateityp-Unterstützung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23360"/>
          <a:ext cx="8503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609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Sprache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Bewahrte strukturelle Elemente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 / JS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Exports, Klassen-Deklarationen, Funktionssignaturen, Typ-Definitionen, Interfaces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Module-Level-Deklarationen, Klassen-/Funktionssignaturen, Docstrings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/ JSON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Top-Level-Keys, Schema-Struktur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Tabellen-/View-/Funktionsdefinitionen, Spaltennamen und -typen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Technisches Briefing 2026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2026-04-15T18:33:50Z</dcterms:created>
  <dcterms:modified xsi:type="dcterms:W3CDTF">2026-04-15T18:33:50Z</dcterms:modified>
</cp:coreProperties>
</file>