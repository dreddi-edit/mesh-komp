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822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0" y="164592"/>
            <a:ext cx="256032" cy="256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648" y="1371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Mesh.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7498080" y="155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650" dirty="0"/>
          </a:p>
        </p:txBody>
      </p:sp>
      <p:sp>
        <p:nvSpPr>
          <p:cNvPr id="6" name="Shape 2"/>
          <p:cNvSpPr/>
          <p:nvPr/>
        </p:nvSpPr>
        <p:spPr>
          <a:xfrm>
            <a:off x="320040" y="5029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20040" y="6217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320040" y="8046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AI-native coding environment built around voice and workspace intelligence.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320040" y="1261872"/>
            <a:ext cx="2743200" cy="86868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9768" y="135331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29768" y="1865376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token reduction via Capsule compression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3154680" y="1261872"/>
            <a:ext cx="2743200" cy="86868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64408" y="135331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3.9×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264408" y="1865376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codebase per context window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5989320" y="1261872"/>
            <a:ext cx="2834640" cy="868680"/>
          </a:xfrm>
          <a:prstGeom prst="rect">
            <a:avLst/>
          </a:prstGeom>
          <a:solidFill>
            <a:srgbClr val="F8F9FC"/>
          </a:solidFill>
          <a:ln w="9525">
            <a:solidFill>
              <a:srgbClr val="E0E4E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99048" y="1353312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€500k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099048" y="1865376"/>
            <a:ext cx="2615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ask · 18-month runway to PMF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320040" y="2231136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0040" y="227685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Solution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20040" y="24688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tools are hitting a wall: context windows are finite, real codebases are not. Teams pay for tokens, not value. Mesh is built on Capsule — a structural compression pipeline that cuts token usage by 74% on average. The only tool that solves context, cost, and workflow simultaneously.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20040" y="3017520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20040" y="30632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255264"/>
          <a:ext cx="8503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6352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Surface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E97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Monaco + AI chat + live dependency graph + workspace intelligence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Dedicated workspace, not a bottom panel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Voice-Coding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Speech-driven agent — say what you want built, watch it happen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19"/>
          <p:cNvSpPr/>
          <p:nvPr/>
        </p:nvSpPr>
        <p:spPr>
          <a:xfrm>
            <a:off x="320040" y="4078224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20040" y="412394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&amp; Moat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320040" y="42976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+ Copilot, Cursor, Antigravity: all use embedding retrieval and send raw tokens. Capsule compresses before the model sees anything — cost stays flat. Moat: voice coding agent + structural compression + full web app. No competitor has all three.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320040" y="4887468"/>
            <a:ext cx="8503920" cy="0"/>
          </a:xfrm>
          <a:prstGeom prst="line">
            <a:avLst/>
          </a:prstGeom>
          <a:noFill/>
          <a:ln w="9525">
            <a:solidFill>
              <a:srgbClr val="E0E4E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0040" y="494233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— One-Pager 2026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3200400" y="49423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edgar.baumann@try-mesh.com · philipp.horn@try-mesh.com</a:t>
            </a:r>
            <a:endParaRPr lang="en-US" sz="700" dirty="0"/>
          </a:p>
        </p:txBody>
      </p:sp>
      <p:sp>
        <p:nvSpPr>
          <p:cNvPr id="30" name="Text 25"/>
          <p:cNvSpPr/>
          <p:nvPr/>
        </p:nvSpPr>
        <p:spPr>
          <a:xfrm>
            <a:off x="7772400" y="494233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2026-04-15T18:33:50Z</dcterms:created>
  <dcterms:modified xsi:type="dcterms:W3CDTF">2026-04-15T18:33:50Z</dcterms:modified>
</cp:coreProperties>
</file>