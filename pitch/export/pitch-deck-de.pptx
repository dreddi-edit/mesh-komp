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SEED-RUNDE · 2026</a:t>
            </a:r>
            <a:endParaRPr lang="en-US" sz="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56692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992" y="502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2344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KI-native Entwicklungsumgebung — Web-App &amp; Desktop.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Sprachgesteuert. Kompression als Kern.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874520"/>
            <a:ext cx="1508760" cy="640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Baumann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292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WU Wien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251460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Horn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51460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WHU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0292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264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1264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 Token-Reduktion (Capsule)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27660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38632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3,9×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38632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Codebasis pro Kontextfenster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05028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6000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€500k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16000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· 18 Monate Runway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0" y="4841748"/>
            <a:ext cx="914400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48874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498080" y="48874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KI-Coding-Tools stoßen an eine Wand — und die heißt Kontext.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20040" y="1481328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KI-Assistenten halluzinieren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weil sie immer nur einen Bruchteil der Codebasis sehen können
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API-Kosten explodieren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wenn Teams mehr Code laden — bezahlt wird für Tokens, nicht für Antworten
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Große Dateien sind das Hauptproblem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ein 50-KB-Modul füllt fast ein 128k-Kontextfenster
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bleibt ungenutzt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Entwickler tippen jeden Befehl, obwohl Sprechen dreimal so schnell wäre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" y="2926080"/>
            <a:ext cx="8503920" cy="50292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" y="2926080"/>
            <a:ext cx="41148" cy="502920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0624" y="2971800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Rohen Code an ein LLM schicken ist wie ein Wörterbuch per Fax zu verschicken — du bezahlst für 99 % Rauschen und bekommst 1 % Signal.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Umgebung. Voller Kontext. Voice + KI.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verbindet drei Dinge, die kein anderes Tool in dieser Kombination bietet — als Web-App und Desktop-App.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" y="1664208"/>
            <a:ext cx="2697480" cy="118872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" y="17556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9768" y="2084832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Capsule-Kompression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29768" y="226771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3,9× mehr Codebasis pro Kontextfenster · 75 % niedrigere API-Kosten · bessere Genauigkeit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108960" y="1664208"/>
            <a:ext cx="2697480" cy="118872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18688" y="17556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218688" y="2084832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Workbench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18688" y="226771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+ Terminal + KI-Chat + Dependency Graph — eine Oberfläche, kein Kontextwechsel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897880" y="1664208"/>
            <a:ext cx="2926080" cy="118872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07608" y="1755648"/>
            <a:ext cx="270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007608" y="2084832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Voice-Driven Agent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007608" y="2267712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Absicht aussprechen. Mesh liest den komprimierten Codebase-Kontext, generiert Änderungen und erklärt sie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0040" y="2999232"/>
            <a:ext cx="8503920" cy="438912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2999232"/>
            <a:ext cx="41148" cy="438912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0624" y="3044952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einzige Tool, das Kontext, Kosten und Workflow gleichzeitig löst.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KOMPRESSIONSMASCHINE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TECHNOLOGIE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Maschine, die alles andere erst möglich macht.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44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Kontextqualität entscheidend ist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6642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NIAH (Needle In A Haystack)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18562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 verschlechtern sich stark ab ~60–70 % Auslastung (Liu et al. 2023). Abrufgenauigkeit sinkt um 20–40 % bei 100k+ Tokens. Capsule hält die Auslastung unabhängig von der Codebase-Größe niedrig.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20040" y="23500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Mesh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463040" y="23317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63040" y="23317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508760" y="2340864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Dateien — 100 % ausgelastet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20040" y="26060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Capsule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1463040" y="2587752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2587752"/>
            <a:ext cx="1830629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596896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Dateien — 26 % ausgelastet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20040" y="28712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SWE-bench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0040" y="306324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Spitzenmodelle lösen ~40–55 % echter GitHub-Issues. Der häufigste Ausfallgrund: zu wenig Codebase-Kontext. Mehr Dateien im Kontext = weniger Fehler durch fehlende Informationen.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BENCHMARKS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INTERNE BENCHMARKS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Produktionszahlen. 5 Dateitypen · 6 Größenkategorien.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Dateigröße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463040" y="129844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Token-Reduktion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138160" y="12984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Einsparung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20040" y="148132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151790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KB (klein)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463040" y="157276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1572768"/>
            <a:ext cx="5312664" cy="155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36992" y="151790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20040" y="181965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KB (mittel)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1463040" y="1874520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1874520"/>
            <a:ext cx="6080760" cy="155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36992" y="18196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20040" y="212140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KB (groß)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463040" y="2176272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040" y="2176272"/>
            <a:ext cx="6304788" cy="1554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36992" y="212140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−98,5%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320040" y="242316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 (XL)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1463040" y="247802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3040" y="2478024"/>
            <a:ext cx="6362395" cy="1554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36992" y="242316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−99,4%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320040" y="272491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KB (XXL)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1463040" y="2779776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3040" y="2779776"/>
            <a:ext cx="6394399" cy="1554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36992" y="272491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−99,9%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320040" y="299008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0040" y="302666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Durchschnitt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463040" y="308152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3040" y="3081528"/>
            <a:ext cx="4736592" cy="1554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36992" y="302666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−74% → 3,9×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Gebaut für die Art, wie Entwickler wirklich denken.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Oberflächen, ein durchgängiger Flow. Web-App + Desktop — die Web-Version braucht keine Installation.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635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Oberfläche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sie leistet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Monaco-Editor mit KI-Chat-Panel, Datei-Explorer, Live-Dependency-Graph und Workspace-Intelligence-Sidebar. Die KI kennt die gesamte Codebasis, bevor die erste Frage gestellt wird.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Eigenständiger Workspace — kein Randpanel, sondern eine vollwertige Oberfläche. Läuft neben dem Editor, ohne Kontext zu verlieren.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Voice-Coding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Sprachgesteuerter Agent. Sag "Auth-Middleware auf JWT umbauen" — Mesh liest die relevanten Dateien, generiert die Änderung und erklärt sie.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320040" y="29443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20040" y="29900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Mesh einzigartig macht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20040" y="318211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Capsule-Kompression</a:t>
            </a:r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74 % weniger Tokens, gleiche Intelligenz, 75 % niedrigere API-Kosten
</a:t>
            </a:r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Live-Dependency-Graph</a:t>
            </a:r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aktualisiert sich in Echtzeit bei jeder Codeänderung
</a:t>
            </a:r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Multi-Modell</a:t>
            </a:r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Claude, Gemini, GPT — kein Provider-Lock-in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MARKTCHANCE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Entwickler ist ein potenzieller Nutzer.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20040" y="1207008"/>
            <a:ext cx="274320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12984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 Mrd.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9768" y="16276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29768" y="181051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Globaler Entwicklertools-Markt (2024, 12 % CAGR)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154680" y="1207008"/>
            <a:ext cx="274320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64408" y="12984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 Mrd.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264408" y="16276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264408" y="181051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KI-gestützte IDEs &amp; Coding-Assistants (2025)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989320" y="1207008"/>
            <a:ext cx="283464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99048" y="12984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 Mio.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099048" y="162763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(3 Jahre)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099048" y="181051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Indie-Devs + kleine Teams, Europa + Nordamerika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320040" y="234086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23865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jetzt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2578608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sind erstmals gut genug für echtes Voice-to-Code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hat bewiesen, dass Entwickler zahlen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~$400 Mio. ARR in zwei Jahren bei $20/Monat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API-Kosten stehen in Dev-Budgets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Kompression hat messbaren ROI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Green-Tech-Anforderungen wachsen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Unternehmen berichten KI-Energieverbrauch zunehmend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WETTBEWERBSLANDSCHAFT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Plugin. Die Umgebung.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554480"/>
                <a:gridCol w="11887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 + Copilot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Antigravity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Voice-Coding-Agent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STT ²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Strukturelle Kompression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Vollständiger Codebase-Kontext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 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 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 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Web-App (keine Installation)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 ³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KI-nativ von Grund auf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(nachger.)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Multi-Modell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320040" y="33649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Embedding-Retrieval — sendet Dateien roh  ² Cursor hat STT-Diktat in Chat-Box — kein Voice-Coding-Agent  ³ VS Code for the Web hat kein Terminal und keinen Debugger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320040" y="3675888"/>
            <a:ext cx="8503920" cy="438912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20040" y="3675888"/>
            <a:ext cx="41148" cy="438912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20624" y="3721608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drei rufen Code per Embeddings ab und senden ihn roh — Kosten skalieren mit der Codebase-Größe. Capsule komprimiert, bevor das Modell etwas sieht — Kosten bleiben konstant.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BUSINESS-MODELL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BUSINESS-MODELL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→ Pro → Teams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1371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29768" y="15544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9768" y="195681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dauerhaft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29768" y="219456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Vollständiger Editor + Terminal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29768" y="243230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KI-Chat (begrenzte Anfragen/Mo)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29768" y="267004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Basis-Workspace-Indexierung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E8F0FE"/>
          </a:solidFill>
          <a:ln w="9525">
            <a:solidFill>
              <a:srgbClr val="005F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10128" y="1371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— meistgewählt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310128" y="15544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310128" y="195681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Monat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310128" y="219456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Unbegrenzte KI-Anfragen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310128" y="243230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Volle Capsule-Kompression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310128" y="267004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Voice-Coding-Agent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310128" y="290779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Bevorzugter Modellzugang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90488" y="1371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190488" y="15544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190488" y="195681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Seat / Monat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190488" y="219456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Alles aus Pro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190488" y="243230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Geteilte Workspace-Intelligenz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190488" y="267004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Team-weiter Codebase-Kontext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190488" y="290779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Admin-Controls + Analytics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20040" y="3749040"/>
            <a:ext cx="8503920" cy="438912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20040" y="3749040"/>
            <a:ext cx="41148" cy="438912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" y="379476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Cursor: $20/Monat, $400 Mio. ARR. Mesh spart Zeit und API-Kosten — ein doppeltes Wertversprechen, das im Team-Tier noch stärker wirkt.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· TEAM · FORDERUNG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Frühphase — stabiles Fundament.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vollständig funktionsfähig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Editor, Terminal und Voice-Coding laufen produktionsreif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live und gemessen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74 % Ø Token-Reduktion über alle Dateitypen und -größen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Skalierbare Architektur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Gateway/Worker-Split, Multi-Provider-KI, horizontale Skalierung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1993392"/>
            <a:ext cx="8503920" cy="621792"/>
          </a:xfrm>
          <a:prstGeom prst="rect">
            <a:avLst/>
          </a:prstGeom>
          <a:solidFill>
            <a:srgbClr val="F8F9FC"/>
          </a:solidFill>
          <a:ln w="9525">
            <a:solidFill>
              <a:srgbClr val="CDD3E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0665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MEILENSTEIN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57200" y="22311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100 Beta-Nutzer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2468880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Retention, Voice-Engagement und reale Token-Einsparungen messen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0040" y="272491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7706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962656"/>
            <a:ext cx="4206240" cy="7772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9768" y="30175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Baumann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29768" y="32369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WU Wien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29768" y="3410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Mesh von Grund auf gebaut — Architektur, Kompressionspipeline, Voice-Agent und Frontend.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663440" y="2962656"/>
            <a:ext cx="4206240" cy="7772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73168" y="30175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Horn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73168" y="32369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WHU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773168" y="3410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Ausgeprägtes unternehmerisches Denken — Strategie, Go-to-Market und Wachstum.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382219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386791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Seed-Runde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20040" y="405993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€500.000 · 18 Monate Runway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