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5852160"/>
          </a:xfrm>
          <a:prstGeom prst="rect">
            <a:avLst/>
          </a:prstGeom>
          <a:solidFill>
            <a:srgbClr val="081018">
              <a:alpha val="0"/>
            </a:srgbClr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compression infrastructure for AI systems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86384" y="1417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Cuts token load before it reaches the model.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724912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compresses and restructures large-context inputs so AI systems can operate on codebases and multi-file workflows with lower cost, lower latency, and lower compute intensity.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143000"/>
            <a:ext cx="3794760" cy="3840480"/>
          </a:xfrm>
          <a:prstGeom prst="roundRect">
            <a:avLst>
              <a:gd name="adj" fmla="val 1928"/>
            </a:avLst>
          </a:prstGeom>
          <a:solidFill>
            <a:srgbClr val="0C141D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4447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density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07808" y="1719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relevant context per token.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07808" y="226771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large codebase, noisy files, repeated structure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structural compression, focused retrieval, source recovery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cheaper and more usable model 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16952" y="3886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32520" y="3886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48672" y="38862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Emissions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635240" y="4343400"/>
            <a:ext cx="658368" cy="0"/>
          </a:xfrm>
          <a:prstGeom prst="line">
            <a:avLst/>
          </a:prstGeom>
          <a:noFill/>
          <a:ln w="12700">
            <a:solidFill>
              <a:srgbClr val="54E0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41330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05672" y="4343400"/>
            <a:ext cx="658368" cy="0"/>
          </a:xfrm>
          <a:prstGeom prst="line">
            <a:avLst/>
          </a:prstGeom>
          <a:noFill/>
          <a:ln w="12700">
            <a:solidFill>
              <a:srgbClr val="54E0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05672" y="41330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76104" y="4343400"/>
            <a:ext cx="658368" cy="0"/>
          </a:xfrm>
          <a:prstGeom prst="line">
            <a:avLst/>
          </a:prstGeom>
          <a:noFill/>
          <a:ln w="12700">
            <a:solidFill>
              <a:srgbClr val="54E0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76104" y="41330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21240" y="5943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5852160"/>
          </a:xfrm>
          <a:prstGeom prst="rect">
            <a:avLst/>
          </a:prstGeom>
          <a:solidFill>
            <a:srgbClr val="081018">
              <a:alpha val="0"/>
            </a:srgbClr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capability is improving faster than context efficiency.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15798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Large-context AI still wastes tokens on repeated, low-signal input. The bottleneck is no longer just model quality; it is getting the right information into the model without paying for noise.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944368"/>
            <a:ext cx="3364992" cy="1920240"/>
          </a:xfrm>
          <a:prstGeom prst="roundRect">
            <a:avLst>
              <a:gd name="adj" fmla="val 2857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9067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breaks today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codebases and multi-file workflows flood models with redundant context.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spend scales faster than usefulness.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pay for compute that does not translate into better reasoning.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944368"/>
            <a:ext cx="3364992" cy="1920240"/>
          </a:xfrm>
          <a:prstGeom prst="roundRect">
            <a:avLst>
              <a:gd name="adj" fmla="val 2857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309067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context cost means slower products and worse margins.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Noisy context lowers reliability in real workflows.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tokens also mean extra energy and avoidable emissions.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36992" y="2944368"/>
            <a:ext cx="2816352" cy="1920240"/>
          </a:xfrm>
          <a:prstGeom prst="roundRect">
            <a:avLst>
              <a:gd name="adj" fmla="val 2857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1584" y="30906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01584" y="3383280"/>
            <a:ext cx="2505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are moving from toy prompts to real codebases.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cost is becoming a product constraint.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infrastructure is becoming its own layer in the stack.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921240" y="5943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5852160"/>
          </a:xfrm>
          <a:prstGeom prst="rect">
            <a:avLst/>
          </a:prstGeom>
          <a:solidFill>
            <a:srgbClr val="081018">
              <a:alpha val="0"/>
            </a:srgbClr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Mesh compresses context before inference.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15798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built around structural compression, selective retrieval, and source-grounded recovery.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30449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workspace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3355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Files, docs, diffs, history, graph state.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172968" y="3355848"/>
            <a:ext cx="128016" cy="310896"/>
          </a:xfrm>
          <a:prstGeom prst="chevron">
            <a:avLst/>
          </a:prstGeom>
          <a:solidFill>
            <a:srgbClr val="61A8FF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28803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10202A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30449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Capsula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3355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views that preserve meaning while cutting redundant tokens.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614416" y="3355848"/>
            <a:ext cx="128016" cy="310896"/>
          </a:xfrm>
          <a:prstGeom prst="chevron">
            <a:avLst/>
          </a:prstGeom>
          <a:solidFill>
            <a:srgbClr val="61A8FF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51576" y="28803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0449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Focused retrieval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3355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relevant regions are promoted into the active prompt.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5864" y="3355848"/>
            <a:ext cx="128016" cy="310896"/>
          </a:xfrm>
          <a:prstGeom prst="chevron">
            <a:avLst/>
          </a:prstGeom>
          <a:solidFill>
            <a:srgbClr val="61A8FF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28803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0449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recovery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9328" y="3355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source can be pulled back when precision matters.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77824" y="4754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Model-side outcome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" y="5029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 signal density, lower token load, and better grounding for agentic systems operating on real projects.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54681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another wrapper. It is an infrastructure layer for making large-context inference economically and operationally viable.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921240" y="5943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5852160"/>
          </a:xfrm>
          <a:prstGeom prst="rect">
            <a:avLst/>
          </a:prstGeom>
          <a:solidFill>
            <a:srgbClr val="081018">
              <a:alpha val="0"/>
            </a:srgbClr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Mesh is a wedge into inference optimization for agentic software.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15798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start where context is both expensive and operationally painful: coding agents, large codebases, and multi-file reasoning.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944368"/>
            <a:ext cx="4736592" cy="2194560"/>
          </a:xfrm>
          <a:prstGeom prst="roundRect">
            <a:avLst>
              <a:gd name="adj" fmla="val 2500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108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34747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product surface for code workflows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Compression-first framing around cost, latency, and emissions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944368"/>
            <a:ext cx="4736592" cy="2194560"/>
          </a:xfrm>
          <a:prstGeom prst="roundRect">
            <a:avLst>
              <a:gd name="adj" fmla="val 2500"/>
            </a:avLst>
          </a:prstGeom>
          <a:solidFill>
            <a:srgbClr val="0E1621"/>
          </a:solidFill>
          <a:ln w="12700">
            <a:solidFill>
              <a:srgbClr val="2031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compounds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53328" y="3474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context efficiency improves every downstream model call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wins scale with usage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wins also translate into lower emissions per workflow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968" y="5440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E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tech thesis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7824" y="56875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models get stronger, the next bottleneck is not raw capability but context efficiency. Mesh is infrastructure for that layer.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921240" y="5943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- Context Compression for AI Systems</dc:title>
  <dc:subject>Mesh pitch deck</dc:subject>
  <dc:creator>OpenAI Codex</dc:creator>
  <cp:lastModifiedBy>OpenAI Codex</cp:lastModifiedBy>
  <cp:revision>1</cp:revision>
  <dcterms:created xsi:type="dcterms:W3CDTF">2026-04-08T00:23:54Z</dcterms:created>
  <dcterms:modified xsi:type="dcterms:W3CDTF">2026-04-08T00:23:54Z</dcterms:modified>
</cp:coreProperties>
</file>